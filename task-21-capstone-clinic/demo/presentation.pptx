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CAPSTONE  ·  SESSION 21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ClinicDesk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 patient check-in system, taken from source code to a monitored,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security-scanned Kubernetes deployment on AWS EKS.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65836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27632" y="47091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27632" y="470916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15184" y="4709160"/>
            <a:ext cx="111556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15184" y="47091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77056" y="4709160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77056" y="47091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73168" y="470916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47091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4709160"/>
            <a:ext cx="65836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7091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05472" y="4709160"/>
            <a:ext cx="102412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05472" y="47091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75904" y="4709160"/>
            <a:ext cx="47548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75904" y="47091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4709160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97696" y="47091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10928" y="4709160"/>
            <a:ext cx="111556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10928" y="47091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5166360"/>
            <a:ext cx="841248" cy="347472"/>
          </a:xfrm>
          <a:prstGeom prst="roundRect">
            <a:avLst>
              <a:gd name="adj" fmla="val 50000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16636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Mahir Abidi  ·  mahirabidi12/Devops-Assignment  ·  task-21-capstone-clinic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walk-in clinic's patient queue, built for production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check a patient in, the queue shows who is waiting, in consultation, or discharged, and every state change is one API call. Small domain, on purpose — the point of the capstone is the DevOps layer around it, not the business logic.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NEW DOMAIN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course's own reference project is a task board named TaskBoard. An earlier capstone attempt tracked it closely enough — same domain, same shape — to risk the rubric's zero-credit rule for a direct clone. ClinicDesk keeps the same DevOps architecture, which the rubric explicitly allows, and rebuilds the domain from scratch around patients instead of tasks.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160020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77800" dist="50800" dir="5400000">
              <a:srgbClr val="1B2A32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— Queue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40880" y="246888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1334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Rao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·  9000000001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784080" y="2670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784080" y="2670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333756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1334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3410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·  9000000002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84080" y="35387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4080" y="35387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420624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1334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42793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Shaikh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590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 ·  9000000004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84080" y="4407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84080" y="4407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consultation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507492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1334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5148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 Nair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458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 ·  9000000003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84080" y="5276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84080" y="5276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tools, one pipeline, zero manual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7F6"/>
          </a:solidFill>
          <a:ln/>
          <a:effectLst>
            <a:outerShdw sx="100000" sy="100000" kx="0" ky="0" algn="bl" rotWithShape="0" blurRad="101600" dist="25400" dir="5400000">
              <a:srgbClr val="1B2A3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36118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268833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— frontend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58444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3502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— backend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48056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78992" y="43982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database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537667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5294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— schema migrations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7F6"/>
          </a:solidFill>
          <a:ln/>
          <a:effectLst>
            <a:outerShdw sx="100000" sy="100000" kx="0" ky="0" algn="bl" rotWithShape="0" blurRad="101600" dist="25400" dir="5400000">
              <a:srgbClr val="1B2A3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645920"/>
            <a:ext cx="361188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754880" y="2688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65192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multi-stage, non-root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65192" y="3502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CI/CD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448056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65192" y="43982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+ Bandit + pip-audit — security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53766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65192" y="5294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— SHA-tagged images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2104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7F6"/>
          </a:solidFill>
          <a:ln/>
          <a:effectLst>
            <a:outerShdw sx="100000" sy="100000" kx="0" ky="0" algn="bl" rotWithShape="0" blurRad="101600" dist="25400" dir="5400000">
              <a:srgbClr val="1B2A32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21040" y="1645920"/>
            <a:ext cx="36118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4108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641080" y="268833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51392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VPC + EKS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641080" y="358444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851392" y="3502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Helm — orchestration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41080" y="44805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851392" y="43982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nginx-unprivileged — edge + static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641080" y="53766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851392" y="5294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observability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to monitored cluster, in one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32F42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main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938528" y="2926080"/>
            <a:ext cx="150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89404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32F42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62556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62556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flake8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· pip-audit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570732" y="2926080"/>
            <a:ext cx="150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21608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32F42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non-root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2926080"/>
            <a:ext cx="150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53812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C1292E"/>
          </a:solidFill>
          <a:ln w="15875">
            <a:solidFill>
              <a:srgbClr val="FF9B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26964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26964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HIGH/CRITICAL blocks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35140" y="2926080"/>
            <a:ext cx="150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86016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32F42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SHA-tagged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:latest alone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467344" y="2926080"/>
            <a:ext cx="150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18220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32F42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91372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→ K8s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691372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· HPA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(Postgres)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99548" y="2926080"/>
            <a:ext cx="150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50424" y="246888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32F42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23576" y="263347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323576" y="312724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in red is the only stage allowed to stop a release: a HIGH or CRITICAL CVE with a fix available blocks publish, full stop.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24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5824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5824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RESOURCES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5824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→ build → scan → publish, 3m33s end to 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— COMMIT 73caaa8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lint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0m24s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0939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0939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0m43s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4963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496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1m12s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2898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frontend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0m46s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3009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backend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3009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0m56s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703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frontend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0m35s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1056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backend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1056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0m51s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5760720" cy="0"/>
          </a:xfrm>
          <a:prstGeom prst="line">
            <a:avLst/>
          </a:prstGeom>
          <a:noFill/>
          <a:ln w="12700">
            <a:solidFill>
              <a:srgbClr val="D9E2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6451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succeeded · 0 failed · published to GHCR with provenance + SBOM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132588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0B254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4088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THIS PIPELINE CAUGHT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fastapi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3774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requirements-dev.txt listed only test tooling (pytest, flake8, bandit, pip-audit) and never pulled in the app's own requirements.txt. The local dev venv had both installed by hand, so this was invisible until CI ran on a clean machine.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4160520"/>
            <a:ext cx="4297680" cy="502920"/>
          </a:xfrm>
          <a:prstGeom prst="roundRect">
            <a:avLst>
              <a:gd name="adj" fmla="val 9091"/>
            </a:avLst>
          </a:prstGeom>
          <a:solidFill>
            <a:srgbClr val="0E243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requirements.txt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846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clean in a fresh venv before repushing. Rerun went green in 3m33s.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scanners, one gate that actually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(SAST) on every push. 0 issues at any severity.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94767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 (SCA). 5 PYSEC ids tracked, all documented and ignored with reasons.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194767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scan, both containers. exit-code 1 makes this a gate, not a report.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71432" y="1947672"/>
            <a:ext cx="420624" cy="42062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SHA-tagged publish only reachable after the gate passes.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18520" cy="2606040"/>
          </a:xfrm>
          <a:prstGeom prst="roundRect">
            <a:avLst>
              <a:gd name="adj" fmla="val 2807"/>
            </a:avLst>
          </a:prstGeom>
          <a:solidFill>
            <a:srgbClr val="F2F7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995928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SCAN RESULTS — THIS PIPELINE RUN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436168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(all HIGH/CRITICAL)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result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880360" y="470916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 — clean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12978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880360" y="5129784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HIGH, Debian OS (no fix available upstream) + 2 HIGH in starlette (documented, expiring 2026-12-31)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0" y="512978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989320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ignore-unfixed: true means the gate blocks patchable CVEs only — not everything upstream hasn't shipped a fix for yet.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 + EKS, provisioned by Terraform, not clicked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PLANNED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 WORKERS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~$0.23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18520" cy="0"/>
          </a:xfrm>
          <a:prstGeom prst="line">
            <a:avLst/>
          </a:prstGeom>
          <a:noFill/>
          <a:ln w="12700">
            <a:solidFill>
              <a:srgbClr val="D9E2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6324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2918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70332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"aws_availability_zones" "available" { ...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  { source = "terraform-aws-modules/vpc/aws"  ~&gt; 5.8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"eks"   { source = "terraform-aws-modules/eks/aws"  ~&gt; 20.37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cluster_name = "clinic-eks"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vpc_cidr     = "10.40.0.0/16"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54 to add, 0 to change, 0 to destroy.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350215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44968" y="342900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in private subnets, reached through a NAT gateway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403250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44968" y="395935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carry kubernetes.io/role/elb for the LB controller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43800" y="4562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44968" y="4489704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and AMI from data sources, not hard-coded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43800" y="509320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44968" y="5020056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Cluster-creator admin permissions, so kubectl works on first apply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43800" y="562356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44968" y="5550408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CIDR (10.40.0.0/16) — can coexist with other clusters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HELM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chart, ten objects, deployed and verified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556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×2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frontend, 2 replicas each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38728" y="17556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×2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for backend + frontend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45936" y="17556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1 replica, PVC-backed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70264" y="16459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53144" y="17556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(headless)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DNS for the postgres pod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172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into the pod template annotation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2734056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38728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38728" y="3172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DATABASE_URL, generated from values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2734056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45936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3172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→ frontend, /api → backend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0264" y="2734056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2F7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53144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HorizontalPodAutoscaler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53144" y="3172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2-6 replicas, 70% CPU target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11018520" cy="0"/>
          </a:xfrm>
          <a:prstGeom prst="line">
            <a:avLst/>
          </a:prstGeom>
          <a:noFill/>
          <a:ln w="12700">
            <a:solidFill>
              <a:srgbClr val="D9E2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096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A LIVE kind CLUSTER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3542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4622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— deployed clean, first try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47731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pods Running (2 backend, 2 frontend, 1 postgres)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15721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0840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Bound — 2Gi RWO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4681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394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reading real CPU: 14% / 70% via metrics-server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77900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" y="570585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through Ingress: / → frontend (200), /api/stats → backend (200)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dashboard is green but the scrape is dead, it's lying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— live query against the cluster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-G :9090/api/v1/query \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--data-urlencode 'query=sum(up{component="backend"})'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{"status":"success",...,"value":[...,"2"]}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backend pods UP and scraping, discovered through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 service discovery — no hard-coded targets.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23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LOADED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BackendDown — up == 0 for 1m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HighErrorRate — 5xx ratio &gt; 5% for 5m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92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HighLatency — p95 &gt; 1s for 5m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6-panel dashboard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21031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690104" y="2240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91272" y="2103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targets 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43800" y="25603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690104" y="26974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91272" y="2560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sec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30175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690104" y="31546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91272" y="3017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43800" y="34747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7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690104" y="3611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91272" y="3474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43800" y="39319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690104" y="40690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91272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 by handler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43800" y="43891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7690104" y="4526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91272" y="4389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 duration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4937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+ all 6 panels provisioned from files — the stack comes up ready to look at.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bug here was found by running something, never by reading YAML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requirements-dev.txt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-r requirements.txt — local venv masked it; CI's clean install didn't.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healthcheck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resolves to ::1 first; curl falls back to IPv4 silently, wget doesn't — same bug, one container hid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526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+ SARIF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sarif silently drops --severity, so the gate's exit code covers every severity, not just the configured 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2976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32F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526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Corrupted build cache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9834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interrupted by a full disk left a half-written BuildKit layer — looked like a Dockerfile bug, was actually stale cache.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ClinicDesk · DevOps Capstone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ten rubric modules built and verified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78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PASSING, 93% COV.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4178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JOBS GREEN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178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OBJECTS DEPLOYED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4178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 APPLIED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github.com/mahirabidi12/Devops-Assignment  ·  task-21-capstone-clinic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86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Desk">
  <a:themeElements>
    <a:clrScheme name="ClinicDesk">
      <a:dk1>
        <a:srgbClr val="13293D"/>
      </a:dk1>
      <a:lt1>
        <a:srgbClr val="FFFFFF"/>
      </a:lt1>
      <a:dk2>
        <a:srgbClr val="0B2545"/>
      </a:dk2>
      <a:lt2>
        <a:srgbClr val="F2F7F6"/>
      </a:lt2>
      <a:accent1>
        <a:srgbClr val="028090"/>
      </a:accent1>
      <a:accent2>
        <a:srgbClr val="00A896"/>
      </a:accent2>
      <a:accent3>
        <a:srgbClr val="02C39A"/>
      </a:accent3>
      <a:accent4>
        <a:srgbClr val="D9822B"/>
      </a:accent4>
      <a:accent5>
        <a:srgbClr val="C1292E"/>
      </a:accent5>
      <a:accent6>
        <a:srgbClr val="5C7A89"/>
      </a:accent6>
      <a:hlink>
        <a:srgbClr val="028090"/>
      </a:hlink>
      <a:folHlink>
        <a:srgbClr val="00A896"/>
      </a:folHlink>
    </a:clrScheme>
    <a:fontScheme name="ClinicDesk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DevOps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ClinicDesk - DevOps Capstone</dc:title>
  <dc:subject>PptxGenJS Presentation</dc:subject>
  <dc:creator>Mahir Abidi</dc:creator>
  <cp:lastModifiedBy>Mahir Abidi</cp:lastModifiedBy>
  <cp:revision>1</cp:revision>
  <dcterms:created xsi:type="dcterms:W3CDTF">2026-10-16T12:53:04Z</dcterms:created>
  <dcterms:modified xsi:type="dcterms:W3CDTF">2026-10-16T12:53:04Z</dcterms:modified>
</cp:coreProperties>
</file>